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Fund Analytics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Bluestock Fintech Internship</a:t>
            </a:r>
          </a:p>
          <a:p>
            <a:r>
              <a:t>Pragati Ingale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mutual fund analytics</a:t>
            </a:r>
          </a:p>
          <a:p>
            <a:pPr>
              <a:defRPr sz="2200"/>
            </a:pPr>
            <a:r>
              <a:t>Python, SQL, SQLite, Power BI</a:t>
            </a:r>
          </a:p>
          <a:p>
            <a:pPr>
              <a:defRPr sz="2200"/>
            </a:pPr>
            <a:r>
              <a:t>ETL, EDA, Risk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ETL Pipeline</a:t>
            </a:r>
          </a:p>
          <a:p>
            <a:pPr>
              <a:defRPr sz="2200"/>
            </a:pPr>
            <a:r>
              <a:t>• Database</a:t>
            </a:r>
          </a:p>
          <a:p>
            <a:pPr>
              <a:defRPr sz="2200"/>
            </a:pPr>
            <a:r>
              <a:t>• EDA</a:t>
            </a:r>
          </a:p>
          <a:p>
            <a:pPr>
              <a:defRPr sz="2200"/>
            </a:pPr>
            <a:r>
              <a:t>• Performance Analytics</a:t>
            </a:r>
          </a:p>
          <a:p>
            <a:pPr>
              <a:defRPr sz="2200"/>
            </a:pPr>
            <a:r>
              <a:t>•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Pandas</a:t>
            </a:r>
          </a:p>
          <a:p>
            <a:pPr>
              <a:defRPr sz="2200"/>
            </a:pPr>
            <a:r>
              <a:t>SQL</a:t>
            </a:r>
          </a:p>
          <a:p>
            <a:pPr>
              <a:defRPr sz="2200"/>
            </a:pPr>
            <a:r>
              <a:t>SQLite</a:t>
            </a:r>
          </a:p>
          <a:p>
            <a:pPr>
              <a:defRPr sz="2200"/>
            </a:pPr>
            <a:r>
              <a:t>Power BI</a:t>
            </a:r>
          </a:p>
          <a:p>
            <a:pPr>
              <a:defRPr sz="2200"/>
            </a:pPr>
            <a:r>
              <a:t>Jupyter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&amp;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Loaded CSVs</a:t>
            </a:r>
          </a:p>
          <a:p>
            <a:pPr>
              <a:defRPr sz="2200"/>
            </a:pPr>
            <a:r>
              <a:t>Cleaned data</a:t>
            </a:r>
          </a:p>
          <a:p>
            <a:pPr>
              <a:defRPr sz="2200"/>
            </a:pPr>
            <a:r>
              <a:t>Handled missing values</a:t>
            </a:r>
          </a:p>
          <a:p>
            <a:pPr>
              <a:defRPr sz="2200"/>
            </a:pPr>
            <a:r>
              <a:t>SQLite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NAV Trend</a:t>
            </a:r>
          </a:p>
          <a:p>
            <a:pPr>
              <a:defRPr sz="2200"/>
            </a:pPr>
            <a:r>
              <a:t>AUM Growth</a:t>
            </a:r>
          </a:p>
          <a:p>
            <a:pPr>
              <a:defRPr sz="2200"/>
            </a:pPr>
            <a:r>
              <a:t>SIP Trend</a:t>
            </a:r>
          </a:p>
          <a:p>
            <a:pPr>
              <a:defRPr sz="2200"/>
            </a:pPr>
            <a:r>
              <a:t>Category Inflow</a:t>
            </a:r>
          </a:p>
          <a:p>
            <a:pPr>
              <a:defRPr sz="2200"/>
            </a:pPr>
            <a:r>
              <a:t>Demographics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Sharpe Ratio</a:t>
            </a:r>
          </a:p>
          <a:p>
            <a:pPr>
              <a:defRPr sz="2200"/>
            </a:pPr>
            <a:r>
              <a:t>VaR/CVaR</a:t>
            </a:r>
          </a:p>
          <a:p>
            <a:pPr>
              <a:defRPr sz="2200"/>
            </a:pPr>
            <a:r>
              <a:t>Cohort Analysis</a:t>
            </a:r>
          </a:p>
          <a:p>
            <a:pPr>
              <a:defRPr sz="2200"/>
            </a:pPr>
            <a:r>
              <a:t>SIP Continuity</a:t>
            </a:r>
          </a:p>
          <a:p>
            <a:pPr>
              <a:defRPr sz="2200"/>
            </a:pPr>
            <a:r>
              <a:t>Recommender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Executive</a:t>
            </a:r>
          </a:p>
          <a:p>
            <a:pPr>
              <a:defRPr sz="2200"/>
            </a:pPr>
            <a:r>
              <a:t>Market Performance</a:t>
            </a:r>
          </a:p>
          <a:p>
            <a:pPr>
              <a:defRPr sz="2200"/>
            </a:pPr>
            <a:r>
              <a:t>Risk Analytics</a:t>
            </a:r>
          </a:p>
          <a:p>
            <a:pPr>
              <a:defRPr sz="2200"/>
            </a:pPr>
            <a:r>
              <a:t>Investor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Increasing SIP inflows</a:t>
            </a:r>
          </a:p>
          <a:p>
            <a:pPr>
              <a:defRPr sz="2200"/>
            </a:pPr>
            <a:r>
              <a:t>Equity funds led inflows</a:t>
            </a:r>
          </a:p>
          <a:p>
            <a:pPr>
              <a:defRPr sz="2200"/>
            </a:pPr>
            <a:r>
              <a:t>Useful interactive dashboards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analytics solution developed.</a:t>
            </a:r>
          </a:p>
          <a:p>
            <a:pPr>
              <a:defRPr sz="22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Mutual Fund Analytics Capstone Project</vt:lpstr>
      <vt:lpstr>Project Overview</vt:lpstr>
      <vt:lpstr>Objectives</vt:lpstr>
      <vt:lpstr>Tools</vt:lpstr>
      <vt:lpstr>ETL &amp; Database</vt:lpstr>
      <vt:lpstr>EDA</vt:lpstr>
      <vt:lpstr>Advanced Analytics</vt:lpstr>
      <vt:lpstr>Dashboard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SMILE</dc:creator>
  <cp:keywords/>
  <dc:description>generated using python-pptx</dc:description>
  <cp:lastModifiedBy>gicscholarship24@outlook.com</cp:lastModifiedBy>
  <cp:revision>1</cp:revision>
  <dcterms:created xsi:type="dcterms:W3CDTF">2013-01-27T09:14:16Z</dcterms:created>
  <dcterms:modified xsi:type="dcterms:W3CDTF">2026-07-10T17:53:21Z</dcterms:modified>
  <cp:category/>
</cp:coreProperties>
</file>